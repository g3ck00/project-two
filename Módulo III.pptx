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8" r:id="rId3"/>
    <p:sldId id="257" r:id="rId4"/>
    <p:sldId id="259" r:id="rId5"/>
    <p:sldId id="260" r:id="rId6"/>
    <p:sldId id="267" r:id="rId7"/>
    <p:sldId id="262" r:id="rId8"/>
    <p:sldId id="263" r:id="rId9"/>
    <p:sldId id="264" r:id="rId10"/>
    <p:sldId id="265" r:id="rId11"/>
    <p:sldId id="261" r:id="rId12"/>
    <p:sldId id="266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773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6681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4581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093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1527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5856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42580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14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5175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4952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9216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8602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41934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22516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11060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4393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9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0D678-AE66-4CD9-8F44-C1E15058EBDD}" type="datetimeFigureOut">
              <a:rPr lang="es-EC" smtClean="0"/>
              <a:t>16/6/2026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40DC1-401E-4F6B-87BE-3502AF30BAA8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72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CCDC8-C079-EFE6-2F64-B35E62245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Módulo </a:t>
            </a:r>
            <a:r>
              <a:rPr lang="es-ES" dirty="0" err="1"/>
              <a:t>iii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22AF1F-4BA5-52A0-5673-388613151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Por Bryant Escalante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1011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2F736-474A-0983-E92C-933CA2B50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1DBF6-DA90-927D-E21F-E3253EC0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stream</a:t>
            </a:r>
            <a:r>
              <a:rPr lang="es-ES" dirty="0"/>
              <a:t>()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33641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8E654-A271-C7A9-329B-B3E90F65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stream</a:t>
            </a:r>
            <a:r>
              <a:rPr lang="es-ES" dirty="0"/>
              <a:t>()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4E1CD4-F275-4CDB-8BD0-DB17BD78E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método .</a:t>
            </a:r>
            <a:r>
              <a:rPr lang="es-ES" dirty="0" err="1"/>
              <a:t>stream</a:t>
            </a:r>
            <a:r>
              <a:rPr lang="es-ES" dirty="0"/>
              <a:t>() en Java permite procesar colecciones de datos (como List o Set). </a:t>
            </a:r>
          </a:p>
          <a:p>
            <a:r>
              <a:rPr lang="es-ES" dirty="0"/>
              <a:t>Facilita operaciones funcionales tipo SQL, como filtrar, mapear y reducir utilizando expresiones lambda, sin modificar la estructura de datos original.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02765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AE8F-ADEA-AC73-517E-84175E4F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3EB7B-D040-F0A4-A472-208807AD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Anatomía de un </a:t>
            </a:r>
            <a:r>
              <a:rPr lang="es-ES" dirty="0" err="1"/>
              <a:t>stream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A3BD8-BBE0-B0E0-57CF-DD8F17E15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ciclo de vida de un </a:t>
            </a:r>
            <a:r>
              <a:rPr lang="es-ES" dirty="0" err="1"/>
              <a:t>stream</a:t>
            </a:r>
            <a:r>
              <a:rPr lang="es-ES" dirty="0"/>
              <a:t> se divide en tres fases principales:</a:t>
            </a:r>
          </a:p>
          <a:p>
            <a:r>
              <a:rPr lang="es-ES" dirty="0"/>
              <a:t>Fuente: Conversión de la colección a Stream (ej. </a:t>
            </a:r>
            <a:r>
              <a:rPr lang="es-ES" dirty="0" err="1"/>
              <a:t>miLista.stream</a:t>
            </a:r>
            <a:r>
              <a:rPr lang="es-ES" dirty="0"/>
              <a:t>()).</a:t>
            </a:r>
          </a:p>
          <a:p>
            <a:r>
              <a:rPr lang="es-ES" dirty="0"/>
              <a:t>Operaciones intermedias: Transforman el </a:t>
            </a:r>
            <a:r>
              <a:rPr lang="es-ES" dirty="0" err="1"/>
              <a:t>stream</a:t>
            </a:r>
            <a:r>
              <a:rPr lang="es-ES" dirty="0"/>
              <a:t> en otro </a:t>
            </a:r>
            <a:r>
              <a:rPr lang="es-ES" dirty="0" err="1"/>
              <a:t>stream</a:t>
            </a:r>
            <a:r>
              <a:rPr lang="es-ES" dirty="0"/>
              <a:t> (son "perezosas" y no se ejecutan hasta que se llama a una operación final).</a:t>
            </a:r>
          </a:p>
          <a:p>
            <a:r>
              <a:rPr lang="es-ES" dirty="0"/>
              <a:t>Operación final: Produce un resultado (un valor, una nueva lista) y ejecuta el flujo.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0921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2F80-345D-F1ED-A4A7-384043EA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A4DC5-2888-EF03-61D0-8FD137F1D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más utilizados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69F68-8348-1C4E-CE18-1DAC9C94E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 </a:t>
            </a:r>
            <a:r>
              <a:rPr lang="es-ES" dirty="0" err="1"/>
              <a:t>filter</a:t>
            </a:r>
            <a:r>
              <a:rPr lang="es-ES" dirty="0"/>
              <a:t>(): Filtra elementos basándose en una condición</a:t>
            </a:r>
          </a:p>
          <a:p>
            <a:r>
              <a:rPr lang="es-ES" dirty="0"/>
              <a:t>.</a:t>
            </a:r>
            <a:r>
              <a:rPr lang="es-ES" dirty="0" err="1"/>
              <a:t>map</a:t>
            </a:r>
            <a:r>
              <a:rPr lang="es-ES" dirty="0"/>
              <a:t>(): Transforma cada elemento del </a:t>
            </a:r>
            <a:r>
              <a:rPr lang="es-ES" dirty="0" err="1"/>
              <a:t>stream</a:t>
            </a:r>
            <a:r>
              <a:rPr lang="es-ES" dirty="0"/>
              <a:t> en otra cosa.</a:t>
            </a:r>
          </a:p>
          <a:p>
            <a:r>
              <a:rPr lang="es-ES" dirty="0" err="1"/>
              <a:t>forEach</a:t>
            </a:r>
            <a:r>
              <a:rPr lang="es-ES" dirty="0"/>
              <a:t>(): Ejecuta una acción para cada elemento final.</a:t>
            </a:r>
          </a:p>
          <a:p>
            <a:r>
              <a:rPr lang="es-ES" dirty="0" err="1"/>
              <a:t>collect</a:t>
            </a:r>
            <a:r>
              <a:rPr lang="es-ES" dirty="0"/>
              <a:t>(): Convierte el </a:t>
            </a:r>
            <a:r>
              <a:rPr lang="es-ES" dirty="0" err="1"/>
              <a:t>stream</a:t>
            </a:r>
            <a:r>
              <a:rPr lang="es-ES" dirty="0"/>
              <a:t> de vuelta a una colección (ej. </a:t>
            </a:r>
            <a:r>
              <a:rPr lang="es-ES" dirty="0" err="1"/>
              <a:t>Collectors.toList</a:t>
            </a:r>
            <a:r>
              <a:rPr lang="es-ES" dirty="0"/>
              <a:t>()).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804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B802-A9ED-C983-B007-A83FF3E2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9C85F-BF76-44FA-D704-62A24D495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filter</a:t>
            </a:r>
            <a:r>
              <a:rPr lang="es-ES" dirty="0"/>
              <a:t>() y .</a:t>
            </a:r>
            <a:r>
              <a:rPr lang="es-ES" dirty="0" err="1"/>
              <a:t>map</a:t>
            </a:r>
            <a:r>
              <a:rPr lang="es-ES" dirty="0"/>
              <a:t>() de </a:t>
            </a:r>
            <a:r>
              <a:rPr lang="es-ES" dirty="0" err="1"/>
              <a:t>streams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0242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581D9-3344-7170-81A5-70B2A706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1804A-88FF-BF09-5922-0C61875A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filter</a:t>
            </a:r>
            <a:r>
              <a:rPr lang="es-ES" dirty="0"/>
              <a:t>() y .</a:t>
            </a:r>
            <a:r>
              <a:rPr lang="es-ES" dirty="0" err="1"/>
              <a:t>map</a:t>
            </a:r>
            <a:r>
              <a:rPr lang="es-ES" dirty="0"/>
              <a:t>() de </a:t>
            </a:r>
            <a:r>
              <a:rPr lang="es-ES" dirty="0" err="1"/>
              <a:t>streams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3B5BCF-F009-C0E9-6194-17DFEF0A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En Java, .</a:t>
            </a:r>
            <a:r>
              <a:rPr lang="es-ES" dirty="0" err="1"/>
              <a:t>filter</a:t>
            </a:r>
            <a:r>
              <a:rPr lang="es-ES" dirty="0"/>
              <a:t>() y .</a:t>
            </a:r>
            <a:r>
              <a:rPr lang="es-ES" dirty="0" err="1"/>
              <a:t>map</a:t>
            </a:r>
            <a:r>
              <a:rPr lang="es-ES" dirty="0"/>
              <a:t>() son operaciones fundamentales de la API Stream. </a:t>
            </a:r>
          </a:p>
          <a:p>
            <a:r>
              <a:rPr lang="es-ES" dirty="0"/>
              <a:t>.</a:t>
            </a:r>
            <a:r>
              <a:rPr lang="es-ES" dirty="0" err="1"/>
              <a:t>filter</a:t>
            </a:r>
            <a:r>
              <a:rPr lang="es-ES" dirty="0"/>
              <a:t>() selecciona elementos según una condición (filtra la lista), </a:t>
            </a:r>
          </a:p>
          <a:p>
            <a:r>
              <a:rPr lang="es-ES" dirty="0"/>
              <a:t>mientras que .</a:t>
            </a:r>
            <a:r>
              <a:rPr lang="es-ES" dirty="0" err="1"/>
              <a:t>map</a:t>
            </a:r>
            <a:r>
              <a:rPr lang="es-ES" dirty="0"/>
              <a:t>() transforma cada elemento en otro tipo de dato o valor (modifica el contenido).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14877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ABCBF-E411-4F1D-489D-0B72E87C5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66A71-7C3F-00FA-90BA-C802BF21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filter</a:t>
            </a:r>
            <a:r>
              <a:rPr lang="es-ES" dirty="0"/>
              <a:t>()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757B4C-FA10-394F-51A8-9351DDF0C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.</a:t>
            </a:r>
            <a:r>
              <a:rPr lang="es-ES" dirty="0" err="1"/>
              <a:t>filter</a:t>
            </a:r>
            <a:r>
              <a:rPr lang="es-ES" dirty="0"/>
              <a:t>() evalúa una condición y descarta los elementos que no la cumplen.</a:t>
            </a:r>
          </a:p>
          <a:p>
            <a:pPr marL="0" indent="0">
              <a:buNone/>
            </a:pPr>
            <a:r>
              <a:rPr lang="es-ES" dirty="0"/>
              <a:t>Uso: Recibe un </a:t>
            </a:r>
            <a:r>
              <a:rPr lang="es-ES" dirty="0" err="1"/>
              <a:t>Predicate</a:t>
            </a:r>
            <a:r>
              <a:rPr lang="es-ES" dirty="0"/>
              <a:t> (una expresión lambda que devuelve verdadero o falso).</a:t>
            </a:r>
          </a:p>
          <a:p>
            <a:pPr marL="0" indent="0">
              <a:buNone/>
            </a:pPr>
            <a:r>
              <a:rPr lang="es-ES" dirty="0"/>
              <a:t>Ejemplo: De una lista de números, obtener solo los pares.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68157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3B96D-0748-7510-9C55-9FAA7B50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EABC2-EA11-068A-C0B2-4ABBAEC0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map</a:t>
            </a:r>
            <a:r>
              <a:rPr lang="es-ES" dirty="0"/>
              <a:t>()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FFE6A4-4BD7-B4B1-CB9F-E5A4120A1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.</a:t>
            </a:r>
            <a:r>
              <a:rPr lang="es-ES" dirty="0" err="1"/>
              <a:t>map</a:t>
            </a:r>
            <a:r>
              <a:rPr lang="es-ES" dirty="0"/>
              <a:t>() transforma, modifica o extrae datos de cada elemento del Stream.</a:t>
            </a:r>
          </a:p>
          <a:p>
            <a:pPr marL="0" indent="0">
              <a:buNone/>
            </a:pPr>
            <a:r>
              <a:rPr lang="es-ES" dirty="0"/>
              <a:t>Uso: Recibe una </a:t>
            </a:r>
            <a:r>
              <a:rPr lang="es-ES" dirty="0" err="1"/>
              <a:t>Function</a:t>
            </a:r>
            <a:r>
              <a:rPr lang="es-ES" dirty="0"/>
              <a:t> y devuelve un nuevo Stream con los datos transformados.</a:t>
            </a:r>
          </a:p>
          <a:p>
            <a:pPr marL="0" indent="0">
              <a:buNone/>
            </a:pPr>
            <a:r>
              <a:rPr lang="es-ES" dirty="0"/>
              <a:t>Ejemplo: De una lista de palabras, convertirlas todas a mayúsculas.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0250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2AB2-8C77-32E8-D6BF-AD7F32209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3F4BD-3FCC-D8E8-FAC0-0921B518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.</a:t>
            </a:r>
            <a:r>
              <a:rPr lang="es-ES" dirty="0" err="1"/>
              <a:t>map</a:t>
            </a:r>
            <a:r>
              <a:rPr lang="es-ES" dirty="0"/>
              <a:t>()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9CC879-C367-AC52-0DC9-4DF46BF1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.</a:t>
            </a:r>
            <a:r>
              <a:rPr lang="es-ES" dirty="0" err="1"/>
              <a:t>map</a:t>
            </a:r>
            <a:r>
              <a:rPr lang="es-ES" dirty="0"/>
              <a:t>() transforma, modifica o extrae datos de cada elemento del Stream.</a:t>
            </a:r>
          </a:p>
          <a:p>
            <a:pPr marL="0" indent="0">
              <a:buNone/>
            </a:pPr>
            <a:r>
              <a:rPr lang="es-ES" dirty="0"/>
              <a:t>Uso: Recibe una </a:t>
            </a:r>
            <a:r>
              <a:rPr lang="es-ES" dirty="0" err="1"/>
              <a:t>Function</a:t>
            </a:r>
            <a:r>
              <a:rPr lang="es-ES" dirty="0"/>
              <a:t> y devuelve un nuevo Stream con los datos transformados.</a:t>
            </a:r>
          </a:p>
          <a:p>
            <a:pPr marL="0" indent="0">
              <a:buNone/>
            </a:pPr>
            <a:r>
              <a:rPr lang="es-ES" dirty="0"/>
              <a:t>Ejemplo: De una lista de palabras, convertirlas todas a mayúsculas.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17084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D96E3-CA91-E975-5166-E53E399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60740-DCA4-FA52-D09B-5CA1D6443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s-ES" dirty="0"/>
              <a:t>@controller, @restcontroller, @responsebody y @responseentity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51026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2E56-76FC-1094-AF44-AD08B7A1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2E258-BA00-67DD-39D4-3B19DB1F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@controller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9BD0CA-B5B1-8DB4-929F-7E7C826BF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Se utiliza para crear controladores web tradicionales orientados a vistas.</a:t>
            </a:r>
          </a:p>
          <a:p>
            <a:pPr marL="0" indent="0">
              <a:buNone/>
            </a:pPr>
            <a:r>
              <a:rPr lang="es-ES" dirty="0"/>
              <a:t>Propósito: Devuelve el nombre de una vista (por ejemplo, un archivo HTML, JSP o </a:t>
            </a:r>
            <a:r>
              <a:rPr lang="es-ES" dirty="0" err="1"/>
              <a:t>Thymeleaf</a:t>
            </a:r>
            <a:r>
              <a:rPr lang="es-ES" dirty="0"/>
              <a:t>) que el motor de plantillas procesará y enviará al navegador.</a:t>
            </a:r>
          </a:p>
          <a:p>
            <a:pPr marL="0" indent="0">
              <a:buNone/>
            </a:pPr>
            <a:r>
              <a:rPr lang="es-ES" dirty="0"/>
              <a:t>Uso típico: Aplicaciones web MVC (Model-View-</a:t>
            </a:r>
            <a:r>
              <a:rPr lang="es-ES" dirty="0" err="1"/>
              <a:t>Controller</a:t>
            </a:r>
            <a:r>
              <a:rPr lang="es-ES" dirty="0"/>
              <a:t>) completas.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44285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028C-5C26-28B2-265A-F27EF86B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294033-9C89-9DC3-43D8-CA3AA541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@restcontroller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93C8B-39E0-ACD7-9008-50D6BDB8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Es una anotación especializada para servicios web </a:t>
            </a:r>
            <a:r>
              <a:rPr lang="es-ES" dirty="0" err="1"/>
              <a:t>RESTful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Propósito: Es una combinación de @Controller y @ResponseBody. Le indica a Spring que los datos devueltos por cada método deben escribirse directamente en el cuerpo de la respuesta HTTP (generalmente serializados como JSON) en lugar de resolver una vista.</a:t>
            </a:r>
          </a:p>
          <a:p>
            <a:pPr marL="0" indent="0">
              <a:buNone/>
            </a:pPr>
            <a:r>
              <a:rPr lang="es-ES" dirty="0"/>
              <a:t>Uso típico: Creación de </a:t>
            </a:r>
            <a:r>
              <a:rPr lang="es-ES" dirty="0" err="1"/>
              <a:t>APIs</a:t>
            </a:r>
            <a:r>
              <a:rPr lang="es-ES" dirty="0"/>
              <a:t> REST que son consumidas por aplicaciones </a:t>
            </a:r>
            <a:r>
              <a:rPr lang="es-ES" dirty="0" err="1"/>
              <a:t>frontend</a:t>
            </a:r>
            <a:r>
              <a:rPr lang="es-ES" dirty="0"/>
              <a:t> (</a:t>
            </a:r>
            <a:r>
              <a:rPr lang="es-ES" dirty="0" err="1"/>
              <a:t>React</a:t>
            </a:r>
            <a:r>
              <a:rPr lang="es-ES" dirty="0"/>
              <a:t>, Angular, Vue) o aplicaciones móviles.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97534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73AB3-EEBF-616E-1CC0-29F957C0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6AED3D-1EAE-861D-97D2-A9400600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@responsebody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CAD783-BE99-6BB6-55B8-9FC131E70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Se utiliza a nivel de método (o clase) para indicar que el objeto devuelto debe serializarse directamente en el cuerpo de la respuesta HTTP.</a:t>
            </a:r>
          </a:p>
          <a:p>
            <a:pPr marL="0" indent="0">
              <a:buNone/>
            </a:pPr>
            <a:r>
              <a:rPr lang="es-ES" dirty="0"/>
              <a:t>Propósito: Evita que Spring busque una vista y, en su lugar, utiliza convertidores de mensajes HTTP (como Jackson) para transformar un objeto Java en formato JSON o XML.</a:t>
            </a:r>
          </a:p>
          <a:p>
            <a:pPr marL="0" indent="0">
              <a:buNone/>
            </a:pPr>
            <a:r>
              <a:rPr lang="es-ES" dirty="0"/>
              <a:t>Uso típico: Cuando se usa la anotación base @Controller, pero se necesita que un método específico devuelva datos JSON en lugar de una página HTML.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6144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89E6E-26D4-B1EB-E36F-1F4225A6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24137-70A1-1199-20BE-63659FAC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@responseentity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24657-0F19-7EA7-1E62-88779AB2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Es una clase (no una anotación) que representa toda la respuesta HTTP (incluyendo el cuerpo, el código de estado y las cabeceras).</a:t>
            </a:r>
          </a:p>
          <a:p>
            <a:pPr marL="0" indent="0">
              <a:buNone/>
            </a:pPr>
            <a:r>
              <a:rPr lang="es-ES" dirty="0"/>
              <a:t>Propósito: Da el control total sobre la respuesta que se envía al cliente.  Permite configurar encabezados personalizados y establecer códigos de estado HTTP dinámicos (por ejemplo, 404 Not Found, 201 </a:t>
            </a:r>
            <a:r>
              <a:rPr lang="es-ES" dirty="0" err="1"/>
              <a:t>Created</a:t>
            </a:r>
            <a:r>
              <a:rPr lang="es-ES" dirty="0"/>
              <a:t> o 400 Bad </a:t>
            </a:r>
            <a:r>
              <a:rPr lang="es-ES" dirty="0" err="1"/>
              <a:t>Request</a:t>
            </a:r>
            <a:r>
              <a:rPr lang="es-ES" dirty="0"/>
              <a:t>).</a:t>
            </a:r>
          </a:p>
          <a:p>
            <a:pPr marL="0" indent="0">
              <a:buNone/>
            </a:pPr>
            <a:r>
              <a:rPr lang="es-ES" dirty="0"/>
              <a:t>Uso típico: </a:t>
            </a:r>
            <a:r>
              <a:rPr lang="es-ES" dirty="0" err="1"/>
              <a:t>APIs</a:t>
            </a:r>
            <a:r>
              <a:rPr lang="es-ES" dirty="0"/>
              <a:t> REST modernas donde se necesita enviar respuestas personalizadas o manejar escenarios de error.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924106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751E1-A984-A7E3-6933-18A71CAD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22AE4-724E-3C1B-3098-C2F9A2F4D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Genéricos en java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50662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CC3E-0062-0710-71C5-F0957B8A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0A722-934D-AF19-2050-376B44E3B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Genéricos en java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102A9E-26A5-CB90-19C9-23F739A16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dirty="0"/>
              <a:t>Los genéricos en Java permiten parametrizar tipos en clases, interfaces y métodos. </a:t>
            </a:r>
          </a:p>
          <a:p>
            <a:pPr marL="0" indent="0">
              <a:buNone/>
            </a:pPr>
            <a:r>
              <a:rPr lang="es-ES" dirty="0"/>
              <a:t>Se representan mediante letras mayúsculas, siendo &lt;T&gt; (</a:t>
            </a:r>
            <a:r>
              <a:rPr lang="es-ES" dirty="0" err="1"/>
              <a:t>Type</a:t>
            </a:r>
            <a:r>
              <a:rPr lang="es-ES" dirty="0"/>
              <a:t>) la más común.</a:t>
            </a:r>
          </a:p>
          <a:p>
            <a:pPr marL="0" indent="0">
              <a:buNone/>
            </a:pPr>
            <a:r>
              <a:rPr lang="es-ES" dirty="0"/>
              <a:t>Entre sus beneficios:</a:t>
            </a:r>
          </a:p>
          <a:p>
            <a:r>
              <a:rPr lang="es-ES" dirty="0"/>
              <a:t>Seguridad:  Los errores de tipo se detectan al compilar y no al ejecutar el programa, evitando la excepción </a:t>
            </a:r>
            <a:r>
              <a:rPr lang="es-ES" dirty="0" err="1"/>
              <a:t>ClassCastException</a:t>
            </a:r>
            <a:r>
              <a:rPr lang="es-ES" dirty="0"/>
              <a:t>.</a:t>
            </a:r>
          </a:p>
          <a:p>
            <a:r>
              <a:rPr lang="es-ES" dirty="0"/>
              <a:t>Reutilización: Permite escribir un algoritmo o estructura de datos una sola vez y usarlo con cualquier tipo de objeto.</a:t>
            </a:r>
          </a:p>
          <a:p>
            <a:r>
              <a:rPr lang="es-ES" dirty="0"/>
              <a:t>Sin conversiones: No es necesario hacer (String) objeto para recuperar el tipo de dato original.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666027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C3D7-EDB8-DAE6-3C14-AD45378E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B6717-A26E-04F3-E6E0-D2DC6D57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sintaxis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A68D83-531F-9337-4F31-8AAC9EED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Clases Genéricas: Se declaran añadiendo el parámetro de tipo &lt;T&gt; después del nombre de la clase.</a:t>
            </a:r>
          </a:p>
          <a:p>
            <a:pPr marL="0" indent="0">
              <a:buNone/>
            </a:pPr>
            <a:r>
              <a:rPr lang="es-ES" dirty="0"/>
              <a:t>Métodos Genéricos: Se puede declarar un método genérico especificando el tipo &lt;T&gt; antes del tipo de retorno.</a:t>
            </a:r>
          </a:p>
          <a:p>
            <a:pPr marL="0" indent="0">
              <a:buNone/>
            </a:pPr>
            <a:r>
              <a:rPr lang="es-ES" dirty="0"/>
              <a:t>Comodines (</a:t>
            </a:r>
            <a:r>
              <a:rPr lang="es-ES" dirty="0" err="1"/>
              <a:t>Wildcards</a:t>
            </a:r>
            <a:r>
              <a:rPr lang="es-ES" dirty="0"/>
              <a:t>): Se utilizan en los métodos para representar un tipo desconocido.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544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C418-ABFC-FFD4-E883-F64C23D2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C6D00-5DAE-E447-4460-519317098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@pathvariable, @requestparam y @requestbody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685124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B351-2BF9-79DA-5181-349E8E39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F4035-799C-DD4D-6CBA-8EEC7725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@pathvariable, @requestparam y @requestbody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A31733-E8DF-17B2-210B-69EE5FDE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Las anotaciones @PathVariable, @RequestParam y @RequestBody en Spring Boot se utilizan para extraer datos de las peticiones HTTP. </a:t>
            </a:r>
          </a:p>
          <a:p>
            <a:pPr marL="0" indent="0">
              <a:buNone/>
            </a:pPr>
            <a:r>
              <a:rPr lang="es-ES" dirty="0"/>
              <a:t>El uso depende de dónde viaja la información: en la URL (@PathVariable), en los parámetros de consulta (@RequestParam), o en el cuerpo de la petición (@RequestBody).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2308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F3410-E3D1-63B4-444B-75ACEBB6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1E39C-4407-BA9E-E87C-96224500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@pathvariable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244A9F-AC94-C762-FB64-70B5E6E5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utiliza para extraer datos que forman parte directa de la URL del </a:t>
            </a:r>
            <a:r>
              <a:rPr lang="es-ES" dirty="0" err="1"/>
              <a:t>endpoint</a:t>
            </a:r>
            <a:r>
              <a:rPr lang="es-ES" dirty="0"/>
              <a:t>. </a:t>
            </a:r>
          </a:p>
          <a:p>
            <a:pPr marL="0" indent="0">
              <a:buNone/>
            </a:pPr>
            <a:r>
              <a:rPr lang="es-ES" dirty="0"/>
              <a:t>Es ideal para identificar recursos específicos o únicos (como un ID o un código).</a:t>
            </a:r>
          </a:p>
          <a:p>
            <a:pPr marL="0" indent="0">
              <a:buNone/>
            </a:pPr>
            <a:r>
              <a:rPr lang="es-ES" dirty="0"/>
              <a:t>Ejemplo de URL: GET /usuarios/45/perfil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5939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6A252-0C06-842A-D7C5-05E5EB4D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7016-7776-C8E7-31F2-AD3233F9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@requestparam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87F021-F429-C080-FD71-8B1EFFF8B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utiliza para extraer datos que viajan como parámetros de consulta al final de la URL (después del signo ?). </a:t>
            </a:r>
          </a:p>
          <a:p>
            <a:pPr marL="0" indent="0">
              <a:buNone/>
            </a:pPr>
            <a:r>
              <a:rPr lang="es-ES" dirty="0"/>
              <a:t>Se emplea principalmente para filtros, búsquedas o datos opcionales.</a:t>
            </a:r>
          </a:p>
          <a:p>
            <a:pPr marL="0" indent="0">
              <a:buNone/>
            </a:pPr>
            <a:r>
              <a:rPr lang="es-ES" dirty="0"/>
              <a:t>Ejemplo de URL: GET /usuarios/</a:t>
            </a:r>
            <a:r>
              <a:rPr lang="es-ES" dirty="0" err="1"/>
              <a:t>buscar?nombre</a:t>
            </a:r>
            <a:r>
              <a:rPr lang="es-ES" dirty="0"/>
              <a:t>=</a:t>
            </a:r>
            <a:r>
              <a:rPr lang="es-ES" dirty="0" err="1"/>
              <a:t>Ana&amp;rol</a:t>
            </a:r>
            <a:r>
              <a:rPr lang="es-ES" dirty="0"/>
              <a:t>=</a:t>
            </a:r>
            <a:r>
              <a:rPr lang="es-ES" dirty="0" err="1"/>
              <a:t>admin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67119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1FC60-E86A-750B-37F9-311390793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B7FEC-69F5-B86F-CD31-31ED6C6B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@requestbody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C45C96-FFB8-49B7-56AD-46044B48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 utiliza para capturar el cuerpo completo de una petición HTTP y convertirlo automáticamente en un objeto Java. </a:t>
            </a:r>
          </a:p>
          <a:p>
            <a:pPr marL="0" indent="0">
              <a:buNone/>
            </a:pPr>
            <a:r>
              <a:rPr lang="es-ES" dirty="0"/>
              <a:t>Es el estándar para peticiones POST, PUT o PATCH donde se envían datos complejos en formato JSON o XML.</a:t>
            </a:r>
          </a:p>
          <a:p>
            <a:pPr marL="0" indent="0">
              <a:buNone/>
            </a:pPr>
            <a:r>
              <a:rPr lang="es-ES" dirty="0"/>
              <a:t>Ejemplo de Petición: Un POST con un JSON en el cuerpo:</a:t>
            </a:r>
          </a:p>
          <a:p>
            <a:pPr marL="0" indent="0">
              <a:buNone/>
            </a:pPr>
            <a:r>
              <a:rPr lang="es-ES" dirty="0"/>
              <a:t>{ "nombre": "Juan", "edad": 28 }.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19536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3D38-C306-7868-4ABE-410B72A6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9B28D-A65C-E12A-699F-60697B8F4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Creación de controlador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15255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2D28C-385C-B1C0-FD56-8851511C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3CDD0-04C6-429D-D917-73FA6E7EA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@getmapping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0D5E6-AA1D-DD3E-98A5-C41334903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Es una anotación a nivel de método que actúa como un atajo especializado para manejar peticiones HTTP GET.</a:t>
            </a:r>
          </a:p>
          <a:p>
            <a:pPr marL="0" indent="0">
              <a:buNone/>
            </a:pPr>
            <a:r>
              <a:rPr lang="es-ES" dirty="0"/>
              <a:t>Se utiliza para obtener o recuperar datos del servidor.</a:t>
            </a:r>
          </a:p>
          <a:p>
            <a:pPr marL="0" indent="0">
              <a:buNone/>
            </a:pPr>
            <a:r>
              <a:rPr lang="es-ES" dirty="0"/>
              <a:t>Es más concisa y clara que la anotación genérica @RequestMapping(method = </a:t>
            </a:r>
            <a:r>
              <a:rPr lang="es-ES" dirty="0" err="1"/>
              <a:t>RequestMethod.GET</a:t>
            </a:r>
            <a:r>
              <a:rPr lang="es-ES" dirty="0"/>
              <a:t>).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925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F6FA-F798-BB5B-E034-380EF6AE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C2D9D-D682-986E-6111-8BF8986C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@postmapping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A39EB3-656B-975A-B789-A4C45A506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C" dirty="0"/>
              <a:t>Se utiliza para gestionar las peticiones HTTP POST en los controladores. </a:t>
            </a:r>
          </a:p>
          <a:p>
            <a:pPr marL="0" indent="0">
              <a:buNone/>
            </a:pPr>
            <a:r>
              <a:rPr lang="es-EC" dirty="0"/>
              <a:t>Actúa como un atajo abreviado para @RequestMapping(method = </a:t>
            </a:r>
            <a:r>
              <a:rPr lang="es-EC" dirty="0" err="1"/>
              <a:t>RequestMethod.POST</a:t>
            </a:r>
            <a:r>
              <a:rPr lang="es-EC" dirty="0"/>
              <a:t>) y se emplea principalmente para crear o enviar nuevos datos al servidor </a:t>
            </a:r>
            <a:r>
              <a:rPr lang="es-EC" dirty="0" err="1"/>
              <a:t>PostMapping</a:t>
            </a:r>
            <a:r>
              <a:rPr lang="es-EC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20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D87B-0600-7B4A-41F3-A86DDAEA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70820-A728-20CD-817F-C41C608B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@postmapping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23258-2E2D-72BB-2F93-85C934A3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C" dirty="0"/>
              <a:t>Se utiliza para gestionar las peticiones HTTP POST en los controladores. </a:t>
            </a:r>
          </a:p>
          <a:p>
            <a:pPr marL="0" indent="0">
              <a:buNone/>
            </a:pPr>
            <a:r>
              <a:rPr lang="es-EC" dirty="0"/>
              <a:t>Actúa como un atajo abreviado para @RequestMapping(method = </a:t>
            </a:r>
            <a:r>
              <a:rPr lang="es-EC" dirty="0" err="1"/>
              <a:t>RequestMethod.POST</a:t>
            </a:r>
            <a:r>
              <a:rPr lang="es-EC" dirty="0"/>
              <a:t>) y se emplea principalmente para crear o enviar nuevos datos al servidor </a:t>
            </a:r>
            <a:r>
              <a:rPr lang="es-EC" dirty="0" err="1"/>
              <a:t>PostMapping</a:t>
            </a:r>
            <a:r>
              <a:rPr lang="es-EC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192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09CD-4592-A822-34A2-00AA4CF16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D4FBD-3A78-E837-65FD-3AF86456B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@putmapping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CEBF2-FB7A-394D-D67D-CE0028154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La anotación @PutMapping en Spring Boot es un método abreviado de @RequestMapping(method = </a:t>
            </a:r>
            <a:r>
              <a:rPr lang="es-ES" dirty="0" err="1"/>
              <a:t>RequestMethod.PUT</a:t>
            </a:r>
            <a:r>
              <a:rPr lang="es-ES" dirty="0"/>
              <a:t>). </a:t>
            </a:r>
          </a:p>
          <a:p>
            <a:pPr marL="0" indent="0">
              <a:buNone/>
            </a:pPr>
            <a:r>
              <a:rPr lang="es-ES" dirty="0"/>
              <a:t>Se utiliza en los controladores para vincular las peticiones HTTP PUT a un método específico, y su función principal es actualizar un recurso ya existente en el servidor.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121078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A969-A217-A1A0-68B8-320AEFFF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8345B-D558-4111-1FDB-35ABDC89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@putmapping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BF8809-9214-7C2F-03AB-15948A688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La anotación @PutMapping en Spring Boot es un método abreviado de @RequestMapping(method = </a:t>
            </a:r>
            <a:r>
              <a:rPr lang="es-ES" dirty="0" err="1"/>
              <a:t>RequestMethod.PUT</a:t>
            </a:r>
            <a:r>
              <a:rPr lang="es-ES" dirty="0"/>
              <a:t>). </a:t>
            </a:r>
          </a:p>
          <a:p>
            <a:pPr marL="0" indent="0">
              <a:buNone/>
            </a:pPr>
            <a:r>
              <a:rPr lang="es-ES" dirty="0"/>
              <a:t>Se utiliza en los controladores para vincular las peticiones HTTP PUT a un método específico, y su función principal es actualizar un recurso ya existente en el servidor.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475287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91505-FB45-4245-1277-D2C9F349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4E531-E5F1-2272-AF66-285B8D1F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@deletemapping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DDF844-AD0D-630C-773B-7FD7076B2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Mapea peticiones HTTP DELETE a métodos específicos de controlador. </a:t>
            </a:r>
          </a:p>
          <a:p>
            <a:pPr marL="0" indent="0">
              <a:buNone/>
            </a:pPr>
            <a:r>
              <a:rPr lang="es-ES" dirty="0"/>
              <a:t>Actúa como un atajo de @RequestMapping(method = </a:t>
            </a:r>
            <a:r>
              <a:rPr lang="es-ES" dirty="0" err="1"/>
              <a:t>RequestMethod.DELETE</a:t>
            </a:r>
            <a:r>
              <a:rPr lang="es-ES" dirty="0"/>
              <a:t>) y se utiliza habitualmente en API REST para eliminar recursos (como usuarios o productos) de una base de datos.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28162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6AFB-8CD7-C16B-C97F-D76AF36C6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2554E-CE1D-7F3E-E056-A4FB14FC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@patchmapping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2893A1-51C9-79A4-D936-3D4E4D942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Es un atajo de mapeo para manejar solicitudes HTTP PATCH. </a:t>
            </a:r>
          </a:p>
          <a:p>
            <a:pPr marL="0" indent="0">
              <a:buNone/>
            </a:pPr>
            <a:r>
              <a:rPr lang="es-ES" dirty="0"/>
              <a:t>Su propósito principal es ejecutar actualizaciones parciales en una API REST, modificando solo los campos específicos enviados por el cliente sin reemplazar el objeto completo.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44255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2224E-5483-C12A-4299-4B228E284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79780-2F8C-49EA-D157-07D957C7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@autowired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0C5E7-C0F5-B81A-A3F4-C460E1146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Permite la inyección automática de dependencias. </a:t>
            </a:r>
          </a:p>
          <a:p>
            <a:pPr marL="0" indent="0">
              <a:buNone/>
            </a:pPr>
            <a:r>
              <a:rPr lang="es-ES" dirty="0"/>
              <a:t>A través de ella, el contenedor de Spring localiza e inyecta el </a:t>
            </a:r>
            <a:r>
              <a:rPr lang="es-ES" dirty="0" err="1"/>
              <a:t>bean</a:t>
            </a:r>
            <a:r>
              <a:rPr lang="es-ES" dirty="0"/>
              <a:t> correspondiente dentro de tus clases, eliminando la necesidad de buscar o instanciar objetos manualmente.</a:t>
            </a:r>
          </a:p>
          <a:p>
            <a:pPr marL="0" indent="0">
              <a:buNone/>
            </a:pPr>
            <a:r>
              <a:rPr lang="es-ES" dirty="0"/>
              <a:t>Se puede aplicar a nivel de propiedades (campos), métodos constructores y métodos </a:t>
            </a:r>
            <a:r>
              <a:rPr lang="es-ES" dirty="0" err="1"/>
              <a:t>setters</a:t>
            </a:r>
            <a:r>
              <a:rPr lang="es-ES" dirty="0"/>
              <a:t>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3079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04FF-BB59-4D39-F8B9-95B925DD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46FEE-B1BD-ECF6-B926-5102DD5DA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@autowired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979415-3AD8-F3DF-D27E-1DD287847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Permite la inyección automática de dependencias. </a:t>
            </a:r>
          </a:p>
          <a:p>
            <a:pPr marL="0" indent="0">
              <a:buNone/>
            </a:pPr>
            <a:r>
              <a:rPr lang="es-ES" dirty="0"/>
              <a:t>A través de ella, el contenedor de Spring localiza e inyecta el </a:t>
            </a:r>
            <a:r>
              <a:rPr lang="es-ES" dirty="0" err="1"/>
              <a:t>bean</a:t>
            </a:r>
            <a:r>
              <a:rPr lang="es-ES" dirty="0"/>
              <a:t> correspondiente dentro de tus clases, eliminando la necesidad de buscar o instanciar objetos manualmente.</a:t>
            </a:r>
          </a:p>
          <a:p>
            <a:pPr marL="0" indent="0">
              <a:buNone/>
            </a:pPr>
            <a:r>
              <a:rPr lang="es-ES" dirty="0"/>
              <a:t>Se puede aplicar a nivel de propiedades (campos), métodos constructores y métodos </a:t>
            </a:r>
            <a:r>
              <a:rPr lang="es-ES" dirty="0" err="1"/>
              <a:t>setters</a:t>
            </a:r>
            <a:r>
              <a:rPr lang="es-ES" dirty="0"/>
              <a:t>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88090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39FB-3CBB-5298-C31C-E22A1BF6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57035-C17B-014C-9761-5A5451EB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swagger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1E9AB6-5F57-1D52-D342-66D54DD0B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Swagger es un conjunto de herramientas de código abierto que ayuda a diseñar, construir, documentar y consumir </a:t>
            </a:r>
            <a:r>
              <a:rPr lang="es-ES" dirty="0" err="1"/>
              <a:t>APIs</a:t>
            </a:r>
            <a:r>
              <a:rPr lang="es-ES" dirty="0"/>
              <a:t> REST.</a:t>
            </a:r>
          </a:p>
          <a:p>
            <a:pPr marL="0" indent="0">
              <a:buNone/>
            </a:pPr>
            <a:r>
              <a:rPr lang="es-ES" dirty="0"/>
              <a:t>En términos sencillos, funciona como un "manual de instrucciones" interactivo y automático para servicios web, permitiendo que tanto humanos como computadoras entiendan cómo funciona una API sin necesidad de acceder al código fuente.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0550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3D33-D715-EB2F-E687-FDA94CDF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C0C74-871E-C893-DC9A-EC06203B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swagger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D56D27-77C8-855F-75E5-3E3E9EAD7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Swagger es un conjunto de herramientas de código abierto que ayuda a diseñar, construir, documentar y consumir </a:t>
            </a:r>
            <a:r>
              <a:rPr lang="es-ES" dirty="0" err="1"/>
              <a:t>APIs</a:t>
            </a:r>
            <a:r>
              <a:rPr lang="es-ES" dirty="0"/>
              <a:t> REST.</a:t>
            </a:r>
          </a:p>
          <a:p>
            <a:pPr marL="0" indent="0">
              <a:buNone/>
            </a:pPr>
            <a:r>
              <a:rPr lang="es-ES" dirty="0"/>
              <a:t>En términos sencillos, funciona como un "manual de instrucciones" interactivo y automático para servicios web, permitiendo que tanto humanos como computadoras entiendan cómo funciona una API sin necesidad de acceder al código fuente.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161660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0E17-5700-53D8-7D76-5FDFF921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85F6D-4EA7-BE6F-EF6E-3E2AA0E6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swagger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1F3812-6D8B-EC42-CECE-856D225C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C" dirty="0"/>
              <a:t>Se añade el </a:t>
            </a:r>
            <a:r>
              <a:rPr lang="es-EC" dirty="0" err="1"/>
              <a:t>iniciazdor</a:t>
            </a:r>
            <a:r>
              <a:rPr lang="es-EC" dirty="0"/>
              <a:t> de </a:t>
            </a:r>
            <a:r>
              <a:rPr lang="es-EC" dirty="0" err="1"/>
              <a:t>Springdoc</a:t>
            </a:r>
            <a:r>
              <a:rPr lang="es-EC" dirty="0"/>
              <a:t> en el archivo de construcción según la herramienta que utilices:</a:t>
            </a:r>
          </a:p>
          <a:p>
            <a:pPr marL="0" indent="0">
              <a:buNone/>
            </a:pPr>
            <a:r>
              <a:rPr lang="es-EC" dirty="0"/>
              <a:t>Para Maven (pom.xml):</a:t>
            </a:r>
          </a:p>
          <a:p>
            <a:pPr marL="0" indent="0">
              <a:buNone/>
            </a:pPr>
            <a:r>
              <a:rPr lang="es-EC" dirty="0"/>
              <a:t>&lt;</a:t>
            </a:r>
            <a:r>
              <a:rPr lang="es-EC" dirty="0" err="1"/>
              <a:t>dependency</a:t>
            </a:r>
            <a:r>
              <a:rPr lang="es-EC" dirty="0"/>
              <a:t>&gt;</a:t>
            </a:r>
          </a:p>
          <a:p>
            <a:pPr marL="0" indent="0">
              <a:buNone/>
            </a:pPr>
            <a:r>
              <a:rPr lang="es-EC" dirty="0"/>
              <a:t>	&lt;</a:t>
            </a:r>
            <a:r>
              <a:rPr lang="es-EC" dirty="0" err="1"/>
              <a:t>groupId</a:t>
            </a:r>
            <a:r>
              <a:rPr lang="es-EC" dirty="0"/>
              <a:t>&gt;</a:t>
            </a:r>
            <a:r>
              <a:rPr lang="es-EC" dirty="0" err="1"/>
              <a:t>org.springdoc</a:t>
            </a:r>
            <a:r>
              <a:rPr lang="es-EC" dirty="0"/>
              <a:t>&lt;/</a:t>
            </a:r>
            <a:r>
              <a:rPr lang="es-EC" dirty="0" err="1"/>
              <a:t>groupId</a:t>
            </a:r>
            <a:r>
              <a:rPr lang="es-EC" dirty="0"/>
              <a:t>&gt;</a:t>
            </a:r>
          </a:p>
          <a:p>
            <a:pPr marL="0" indent="0">
              <a:buNone/>
            </a:pPr>
            <a:r>
              <a:rPr lang="es-EC" dirty="0"/>
              <a:t>	&lt;</a:t>
            </a:r>
            <a:r>
              <a:rPr lang="es-EC" dirty="0" err="1"/>
              <a:t>artifactId</a:t>
            </a:r>
            <a:r>
              <a:rPr lang="es-EC" dirty="0"/>
              <a:t>&gt;</a:t>
            </a:r>
            <a:r>
              <a:rPr lang="es-EC" dirty="0" err="1"/>
              <a:t>springdoc</a:t>
            </a:r>
            <a:r>
              <a:rPr lang="es-EC" dirty="0"/>
              <a:t>-</a:t>
            </a:r>
            <a:r>
              <a:rPr lang="es-EC" dirty="0" err="1"/>
              <a:t>openapi</a:t>
            </a:r>
            <a:r>
              <a:rPr lang="es-EC" dirty="0"/>
              <a:t>-starter-</a:t>
            </a:r>
            <a:r>
              <a:rPr lang="es-EC" dirty="0" err="1"/>
              <a:t>webmvc</a:t>
            </a:r>
            <a:r>
              <a:rPr lang="es-EC" dirty="0"/>
              <a:t>-</a:t>
            </a:r>
            <a:r>
              <a:rPr lang="es-EC" dirty="0" err="1"/>
              <a:t>ui</a:t>
            </a:r>
            <a:r>
              <a:rPr lang="es-EC" dirty="0"/>
              <a:t>&lt;/</a:t>
            </a:r>
            <a:r>
              <a:rPr lang="es-EC" dirty="0" err="1"/>
              <a:t>artifactId</a:t>
            </a:r>
            <a:r>
              <a:rPr lang="es-EC" dirty="0"/>
              <a:t>&gt;    	&lt;</a:t>
            </a:r>
            <a:r>
              <a:rPr lang="es-EC" dirty="0" err="1"/>
              <a:t>version</a:t>
            </a:r>
            <a:r>
              <a:rPr lang="es-EC" dirty="0"/>
              <a:t>&gt;2.8.5&lt;/</a:t>
            </a:r>
            <a:r>
              <a:rPr lang="es-EC" dirty="0" err="1"/>
              <a:t>version</a:t>
            </a:r>
            <a:r>
              <a:rPr lang="es-EC" dirty="0"/>
              <a:t>&gt;</a:t>
            </a:r>
          </a:p>
          <a:p>
            <a:pPr marL="0" indent="0">
              <a:buNone/>
            </a:pPr>
            <a:r>
              <a:rPr lang="es-EC" dirty="0"/>
              <a:t>&lt;/</a:t>
            </a:r>
            <a:r>
              <a:rPr lang="es-EC" dirty="0" err="1"/>
              <a:t>dependency</a:t>
            </a:r>
            <a:r>
              <a:rPr lang="es-EC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97412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57</TotalTime>
  <Words>1732</Words>
  <Application>Microsoft Office PowerPoint</Application>
  <PresentationFormat>Panorámica</PresentationFormat>
  <Paragraphs>123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Arial</vt:lpstr>
      <vt:lpstr>Bookman Old Style</vt:lpstr>
      <vt:lpstr>Rockwell</vt:lpstr>
      <vt:lpstr>Damask</vt:lpstr>
      <vt:lpstr>Módulo iii</vt:lpstr>
      <vt:lpstr>.stream()</vt:lpstr>
      <vt:lpstr>.stream()</vt:lpstr>
      <vt:lpstr>Anatomía de un stream</vt:lpstr>
      <vt:lpstr>Métodos más utilizados</vt:lpstr>
      <vt:lpstr>.filter() y .map() de streams</vt:lpstr>
      <vt:lpstr>.filter() y .map() de streams</vt:lpstr>
      <vt:lpstr>.filter()</vt:lpstr>
      <vt:lpstr>.map()</vt:lpstr>
      <vt:lpstr>.map()</vt:lpstr>
      <vt:lpstr>@controller, @restcontroller, @responsebody y @responseentity</vt:lpstr>
      <vt:lpstr>@controller</vt:lpstr>
      <vt:lpstr>@restcontroller</vt:lpstr>
      <vt:lpstr>@responsebody</vt:lpstr>
      <vt:lpstr>@responseentity</vt:lpstr>
      <vt:lpstr>Genéricos en java</vt:lpstr>
      <vt:lpstr>Genéricos en java</vt:lpstr>
      <vt:lpstr>sintaxis</vt:lpstr>
      <vt:lpstr>@pathvariable, @requestparam y @requestbody</vt:lpstr>
      <vt:lpstr>@pathvariable, @requestparam y @requestbody</vt:lpstr>
      <vt:lpstr>@pathvariable</vt:lpstr>
      <vt:lpstr>@requestparam</vt:lpstr>
      <vt:lpstr>@requestbody</vt:lpstr>
      <vt:lpstr>Creación de controlador</vt:lpstr>
      <vt:lpstr>@getmapping</vt:lpstr>
      <vt:lpstr>@postmapping</vt:lpstr>
      <vt:lpstr>@postmapping</vt:lpstr>
      <vt:lpstr>@putmapping</vt:lpstr>
      <vt:lpstr>@putmapping</vt:lpstr>
      <vt:lpstr>@deletemapping</vt:lpstr>
      <vt:lpstr>@patchmapping</vt:lpstr>
      <vt:lpstr>@autowired</vt:lpstr>
      <vt:lpstr>@autowired</vt:lpstr>
      <vt:lpstr>swagger</vt:lpstr>
      <vt:lpstr>swagger</vt:lpstr>
      <vt:lpstr>swagger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Bryantcore3</dc:creator>
  <cp:lastModifiedBy>Bryantcore3</cp:lastModifiedBy>
  <cp:revision>1</cp:revision>
  <dcterms:created xsi:type="dcterms:W3CDTF">2026-06-16T20:13:42Z</dcterms:created>
  <dcterms:modified xsi:type="dcterms:W3CDTF">2026-06-16T21:11:07Z</dcterms:modified>
</cp:coreProperties>
</file>